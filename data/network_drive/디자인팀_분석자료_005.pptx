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2024년 상반기 실적 보고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기획팀 | 김철수 | 2025-06-02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신제품 개발 프로젝트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2024년 상반기 실적 보고 - 신제품 개발 프로젝트 최종 보고</a:t>
            </a:r>
          </a:p>
          <a:p>
            <a:pPr/>
          </a:p>
          <a:p>
            <a:pPr/>
            <a:r>
              <a:t>요약:</a:t>
            </a:r>
          </a:p>
          <a:p>
            <a:pPr/>
            <a:r>
              <a:t>본 보고서는 기획팀에서 수행한 프로젝트의 최종 결과물입니다.</a:t>
            </a:r>
          </a:p>
          <a:p>
            <a:pPr/>
          </a:p>
          <a:p>
            <a:pPr/>
            <a:r>
              <a:t>성과 지표:</a:t>
            </a:r>
          </a:p>
          <a:p>
            <a:pPr lvl="1"/>
            <a:r>
              <a:t>- ROI: 150%</a:t>
            </a:r>
          </a:p>
          <a:p>
            <a:pPr lvl="1"/>
            <a:r>
              <a:t>- 목표 달성률: 92%</a:t>
            </a:r>
          </a:p>
          <a:p>
            <a:pPr lvl="1"/>
            <a:r>
              <a:t>- 고객 만족도: 4.5/5.0</a:t>
            </a:r>
          </a:p>
          <a:p>
            <a:p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