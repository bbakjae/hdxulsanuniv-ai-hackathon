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마케팅팀 | 윤서준 | 2025-04-28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조직 문화 개선 프로그램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브랜드 가치 향상 방안에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마케팅팀에서 진행 중인 조직 문화 개선 프로그램의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