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비용 절감 방안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기획팀 | 강미영 | 2025-03-06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자동화 시스템 구축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본 문서는 비용 절감 방안에 대한 상세한 분석 자료입니다.</a:t>
            </a:r>
          </a:p>
          <a:p>
            <a:pPr/>
          </a:p>
          <a:p>
            <a:pPr/>
            <a:r>
              <a:t>1. 현황 분석</a:t>
            </a:r>
          </a:p>
          <a:p>
            <a:pPr lvl="1"/>
            <a:r>
              <a:t>- 현재 상황: 기획팀에서 진행 중인 AI 자동화 시스템 구축의 진행 상황을 점검하였습니다.</a:t>
            </a:r>
          </a:p>
          <a:p>
            <a:pPr lvl="1"/>
            <a:r>
              <a:t>- 주요 성과: 목표 대비 85% 달성하였으며, 예상보다 빠른 진행을 보이고 있습니다.</a:t>
            </a:r>
          </a:p>
          <a:p>
            <a:pPr lvl="1"/>
            <a:r>
              <a:t>- 문제점: 일부 리소스 부족으로 인한 지연이 예상됩니다.</a:t>
            </a:r>
          </a:p>
          <a:p>
            <a:pPr/>
          </a:p>
          <a:p>
            <a:pPr/>
            <a:r>
              <a:t>2. 개선 방안</a:t>
            </a:r>
          </a:p>
          <a:p>
            <a:pPr lvl="1"/>
            <a:r>
              <a:t>- 단기: 추가 인력 투입 및 프로세스 간소화</a:t>
            </a:r>
          </a:p>
          <a:p>
            <a:pPr lvl="1"/>
            <a:r>
              <a:t>- 중기: 시스템 자동화를 통한 효율성 향상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