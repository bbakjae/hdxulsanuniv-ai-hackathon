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인재 채용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개발팀 | 이영희 | 2025-05-25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글로벌 시장 진출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인재 채용 전략 - 글로벌 시장 진출 전략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개발팀에서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