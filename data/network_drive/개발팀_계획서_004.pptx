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데이터 분석 결과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마케팅팀 | 김철수 | 2025-02-23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전환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데이터 분석 결과 요약에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마케팅팀에서 진행 중인 디지털 전환 로드맵의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