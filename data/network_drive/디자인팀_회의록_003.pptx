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인재 채용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디자인팀 | 강미영 | 2025-03-29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전환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인재 채용 전략에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디자인팀에서 진행 중인 디지털 전환 로드맵의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