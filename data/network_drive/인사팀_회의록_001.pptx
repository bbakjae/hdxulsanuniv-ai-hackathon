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인재 채용 전략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개발팀 | 정수진 | 2025-06-22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고객 만족도 향상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인재 채용 전략 - 고객 만족도 향상 계획 최종 보고</a:t>
            </a:r>
          </a:p>
          <a:p>
            <a:pPr/>
          </a:p>
          <a:p>
            <a:pPr/>
            <a:r>
              <a:t>요약:</a:t>
            </a:r>
          </a:p>
          <a:p>
            <a:pPr/>
            <a:r>
              <a:t>본 보고서는 개발팀에서 수행한 프로젝트의 최종 결과물입니다.</a:t>
            </a:r>
          </a:p>
          <a:p>
            <a:pPr/>
          </a:p>
          <a:p>
            <a:pPr/>
            <a:r>
              <a:t>성과 지표:</a:t>
            </a:r>
          </a:p>
          <a:p>
            <a:pPr lvl="1"/>
            <a:r>
              <a:t>- ROI: 150%</a:t>
            </a:r>
          </a:p>
          <a:p>
            <a:pPr lvl="1"/>
            <a:r>
              <a:t>- 목표 달성률: 92%</a:t>
            </a:r>
          </a:p>
          <a:p>
            <a:pPr lvl="1"/>
            <a:r>
              <a:t>- 고객 만족도: 4.5/5.0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