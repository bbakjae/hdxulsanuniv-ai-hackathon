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2024년 상반기 실적 보고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인사팀 | 강미영 | 2025-11-26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신제품 개발 프로젝트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인사팀의 신제품 개발 프로젝트 진행 보고서</a:t>
            </a:r>
          </a:p>
          <a:p>
            <a:pPr/>
          </a:p>
          <a:p>
            <a:pPr/>
            <a:r>
              <a:t>작성일: 2025-11-26</a:t>
            </a:r>
          </a:p>
          <a:p>
            <a:pPr/>
            <a:r>
              <a:t>작성자: 강미영</a:t>
            </a:r>
          </a:p>
          <a:p>
            <a:pPr/>
          </a:p>
          <a:p>
            <a:pPr/>
            <a:r>
              <a:t>주요 내용:</a:t>
            </a:r>
          </a:p>
          <a:p>
            <a:pPr lvl="1"/>
            <a:r>
              <a:t>- 2024년 상반기 실적 보고에 대한 심층 분석을 완료하였습니다.</a:t>
            </a:r>
          </a:p>
          <a:p>
            <a:pPr lvl="1"/>
            <a:r>
              <a:t>- 시장 조사 결과, 향후 3년간 연평균 12% 성장이 예상됩니다.</a:t>
            </a:r>
          </a:p>
          <a:p>
            <a:pPr lvl="1"/>
            <a:r>
              <a:t>- 경쟁사 대비 우리의 강점은 기술력과 고객 서비스입니다.</a:t>
            </a:r>
          </a:p>
          <a:p>
            <a:p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